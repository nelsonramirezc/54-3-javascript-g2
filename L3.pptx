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2" r:id="rId5"/>
    <p:sldId id="270" r:id="rId6"/>
    <p:sldId id="269" r:id="rId7"/>
    <p:sldId id="264" r:id="rId8"/>
    <p:sldId id="261" r:id="rId9"/>
    <p:sldId id="265" r:id="rId10"/>
    <p:sldId id="266" r:id="rId11"/>
    <p:sldId id="267" r:id="rId12"/>
    <p:sldId id="268" r:id="rId13"/>
    <p:sldId id="259" r:id="rId14"/>
    <p:sldId id="26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04" autoAdjust="0"/>
    <p:restoredTop sz="93290" autoAdjust="0"/>
  </p:normalViewPr>
  <p:slideViewPr>
    <p:cSldViewPr snapToGrid="0">
      <p:cViewPr>
        <p:scale>
          <a:sx n="100" d="100"/>
          <a:sy n="100" d="100"/>
        </p:scale>
        <p:origin x="58" y="-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73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351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62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16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848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249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235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682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3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480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24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29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Cw0L6FupQ0" TargetMode="External"/><Relationship Id="rId2" Type="http://schemas.openxmlformats.org/officeDocument/2006/relationships/hyperlink" Target="https://www.youtube.com/watch?v=gWan3LptzgM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6901C-76FC-B383-6462-7C5D61EDDE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ESTILOS Y RESPONSIVIDAD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19808A-FF25-9C20-4BA0-FD40296A3B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Lección N° 3 del módulo N° 2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62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1AEC97FD-BCC4-2B12-5F36-CE36670BBE7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t="7963" r="-1" b="7765"/>
          <a:stretch>
            <a:fillRect/>
          </a:stretch>
        </p:blipFill>
        <p:spPr>
          <a:xfrm>
            <a:off x="305" y="11440"/>
            <a:ext cx="12191695" cy="6857990"/>
          </a:xfrm>
          <a:prstGeom prst="rect">
            <a:avLst/>
          </a:prstGeom>
        </p:spPr>
      </p:pic>
      <p:cxnSp>
        <p:nvCxnSpPr>
          <p:cNvPr id="23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95577D31-3F12-3C89-D7E5-18417A4A6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s-ES"/>
              <a:t>Objetivos</a:t>
            </a:r>
            <a:endParaRPr lang="es-CL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5899B6-14A9-40A7-D68D-BB9E2C7BB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775" y="2015732"/>
            <a:ext cx="11917344" cy="403774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CL" sz="1600" b="1"/>
              <a:t>Controlar la apariencia visual:</a:t>
            </a:r>
            <a:r>
              <a:rPr lang="es-CL" sz="1600"/>
              <a:t> Define de manera exacta aspectos como los colores, las tipografías, los márgenes, los bordes y las posiciones de cada elemento.</a:t>
            </a:r>
          </a:p>
          <a:p>
            <a:pPr>
              <a:lnSpc>
                <a:spcPct val="110000"/>
              </a:lnSpc>
            </a:pPr>
            <a:r>
              <a:rPr lang="es-CL" sz="1600" b="1"/>
              <a:t>Diseño responsivo (Adaptabilidad):</a:t>
            </a:r>
            <a:r>
              <a:rPr lang="es-CL" sz="1600"/>
              <a:t> Permite que una misma página web se adapte de forma fluida a cualquier tamaño de pantalla, optimizando la experiencia en celulares, tablets y computadoras. </a:t>
            </a:r>
          </a:p>
          <a:p>
            <a:pPr>
              <a:lnSpc>
                <a:spcPct val="110000"/>
              </a:lnSpc>
            </a:pPr>
            <a:r>
              <a:rPr lang="es-CL" sz="1600" b="1"/>
              <a:t>Mantenimiento eficiente:</a:t>
            </a:r>
            <a:r>
              <a:rPr lang="es-CL" sz="1600"/>
              <a:t> Al centralizar los estilos en un único archivo externo, puedes cambiar el diseño visual de miles de páginas modificando una sola línea de código.</a:t>
            </a:r>
          </a:p>
          <a:p>
            <a:pPr>
              <a:lnSpc>
                <a:spcPct val="110000"/>
              </a:lnSpc>
            </a:pPr>
            <a:r>
              <a:rPr lang="es-CL" sz="1600" b="1"/>
              <a:t>Reducir el peso del código:</a:t>
            </a:r>
            <a:r>
              <a:rPr lang="es-CL" sz="1600"/>
              <a:t> Al eliminar las etiquetas de diseño del HTML, los documentos se vuelven mucho más limpios, lógicos y rápidos de cargar.</a:t>
            </a:r>
          </a:p>
          <a:p>
            <a:pPr>
              <a:lnSpc>
                <a:spcPct val="110000"/>
              </a:lnSpc>
            </a:pPr>
            <a:r>
              <a:rPr lang="es-CL" sz="1600" b="1"/>
              <a:t>Mejorar la accesibilidad:</a:t>
            </a:r>
            <a:r>
              <a:rPr lang="es-CL" sz="1600"/>
              <a:t> Facilita que los lectores de pantalla para personas con discapacidad visual naveguen por la estructura del contenido sin interferencias del código de diseño. </a:t>
            </a:r>
          </a:p>
          <a:p>
            <a:pPr>
              <a:lnSpc>
                <a:spcPct val="110000"/>
              </a:lnSpc>
            </a:pPr>
            <a:r>
              <a:rPr lang="es-CL" sz="1600" b="1"/>
              <a:t>Optimización SEO:</a:t>
            </a:r>
            <a:r>
              <a:rPr lang="es-CL" sz="1600"/>
              <a:t> Un código HTML más limpio y rápido ayuda a que los motores de búsqueda indexen y posicionen mejor el sitio web. </a:t>
            </a:r>
          </a:p>
          <a:p>
            <a:pPr marL="0" indent="0">
              <a:lnSpc>
                <a:spcPct val="110000"/>
              </a:lnSpc>
              <a:buNone/>
            </a:pPr>
            <a:endParaRPr lang="es-CL" sz="1100"/>
          </a:p>
        </p:txBody>
      </p:sp>
      <p:pic>
        <p:nvPicPr>
          <p:cNvPr id="25" name="Picture 14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16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893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Rectangle 1032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1054" name="Picture 1034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5" name="Straight Connector 1036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38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057" name="Rectangle 1040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42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BCAF8F-CB2A-AD03-8222-88B3948C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Estilos CSS</a:t>
            </a:r>
          </a:p>
        </p:txBody>
      </p: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No hay ninguna descripción de la foto disponible.">
            <a:extLst>
              <a:ext uri="{FF2B5EF4-FFF2-40B4-BE49-F238E27FC236}">
                <a16:creationId xmlns:a16="http://schemas.microsoft.com/office/drawing/2014/main" id="{3A29AA05-E018-4C60-9304-8206C7764A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42199" y="666375"/>
            <a:ext cx="6243251" cy="5228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1046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9" name="Straight Connector 1048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58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565D2-ED2C-AEF3-E9CF-7E0DECA4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891251"/>
            <a:ext cx="9603275" cy="925974"/>
          </a:xfrm>
        </p:spPr>
        <p:txBody>
          <a:bodyPr>
            <a:normAutofit/>
          </a:bodyPr>
          <a:lstStyle/>
          <a:p>
            <a:r>
              <a:rPr lang="es-ES"/>
              <a:t>Sintaxis CSS</a:t>
            </a:r>
            <a:endParaRPr lang="es-CL"/>
          </a:p>
        </p:txBody>
      </p:sp>
      <p:pic>
        <p:nvPicPr>
          <p:cNvPr id="4098" name="Picture 2" descr="Selectores CSS. Básicos | Oloblogger">
            <a:extLst>
              <a:ext uri="{FF2B5EF4-FFF2-40B4-BE49-F238E27FC236}">
                <a16:creationId xmlns:a16="http://schemas.microsoft.com/office/drawing/2014/main" id="{056F615C-82F7-10C6-AE2D-FF65FDEE3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523" y="2532133"/>
            <a:ext cx="3830079" cy="201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intaxis CSS: ¿Cómo es su estructura correcta? EJEMPLOS!">
            <a:extLst>
              <a:ext uri="{FF2B5EF4-FFF2-40B4-BE49-F238E27FC236}">
                <a16:creationId xmlns:a16="http://schemas.microsoft.com/office/drawing/2014/main" id="{AD5570EA-9DDF-E510-665F-768728105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003" y="2532133"/>
            <a:ext cx="3722627" cy="201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5807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65B26-0EE7-6736-D074-708F7F7C7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Selectores css</a:t>
            </a:r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D33A0C-112A-7A6E-5414-943B654EC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33600"/>
            <a:ext cx="10972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66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6153" name="Picture 615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6155" name="Straight Connector 615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7" name="Straight Connector 615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6159" name="Rectangle 6158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1" name="Rectangle 6160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CF33F3-DE9A-58B9-99ED-8EA88C293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Peso de las reglas de css</a:t>
            </a:r>
          </a:p>
        </p:txBody>
      </p:sp>
      <p:cxnSp>
        <p:nvCxnSpPr>
          <p:cNvPr id="6163" name="Straight Connector 6162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6" name="Picture 2">
            <a:extLst>
              <a:ext uri="{FF2B5EF4-FFF2-40B4-BE49-F238E27FC236}">
                <a16:creationId xmlns:a16="http://schemas.microsoft.com/office/drawing/2014/main" id="{0860EB02-15B9-2427-16D7-31891D8D0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44251" y="805583"/>
            <a:ext cx="4660762" cy="466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6164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6167" name="Straight Connector 6166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173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7EC48E0-B936-8181-CBC6-73EA55D5F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5400"/>
              <a:t>Estilos para textos</a:t>
            </a:r>
            <a:endParaRPr lang="es-CL" sz="5400"/>
          </a:p>
        </p:txBody>
      </p:sp>
    </p:spTree>
    <p:extLst>
      <p:ext uri="{BB962C8B-B14F-4D97-AF65-F5344CB8AC3E}">
        <p14:creationId xmlns:p14="http://schemas.microsoft.com/office/powerpoint/2010/main" val="734660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9ED05-5E32-D252-9A96-E1561924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99" y="994787"/>
            <a:ext cx="11208278" cy="858967"/>
          </a:xfrm>
        </p:spPr>
        <p:txBody>
          <a:bodyPr/>
          <a:lstStyle/>
          <a:p>
            <a:pPr algn="ctr"/>
            <a:r>
              <a:rPr lang="es-ES"/>
              <a:t>color del texto</a:t>
            </a:r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D77E61C-448F-9AD0-17F9-4C452BD4B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98039"/>
            <a:ext cx="5423777" cy="18397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6587825-689C-3E43-8B78-0DAFE3EB8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523" y="2028496"/>
            <a:ext cx="4520429" cy="372312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4BFEBE1-7E98-E39C-301A-418FEC4F683B}"/>
              </a:ext>
            </a:extLst>
          </p:cNvPr>
          <p:cNvSpPr txBox="1"/>
          <p:nvPr/>
        </p:nvSpPr>
        <p:spPr>
          <a:xfrm>
            <a:off x="6571622" y="5678547"/>
            <a:ext cx="5516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https://www.w3schools.com/css/css_text.asp</a:t>
            </a:r>
          </a:p>
        </p:txBody>
      </p:sp>
    </p:spTree>
    <p:extLst>
      <p:ext uri="{BB962C8B-B14F-4D97-AF65-F5344CB8AC3E}">
        <p14:creationId xmlns:p14="http://schemas.microsoft.com/office/powerpoint/2010/main" val="2355491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4FF9E-8A71-EAD3-3697-30D423B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Alineación del texto</a:t>
            </a:r>
            <a:endParaRPr lang="es-CL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66C7DA6-EFAF-B3CA-972E-55557E5E5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102" y="1945785"/>
            <a:ext cx="4480720" cy="40012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354C566-3B87-7BB7-0EA9-05E22B8D8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643" y="2655339"/>
            <a:ext cx="6754255" cy="173798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039E8D9-C84A-F932-20EC-EF27ED4661CA}"/>
              </a:ext>
            </a:extLst>
          </p:cNvPr>
          <p:cNvSpPr txBox="1"/>
          <p:nvPr/>
        </p:nvSpPr>
        <p:spPr>
          <a:xfrm>
            <a:off x="5175643" y="5194909"/>
            <a:ext cx="4916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https://www.w3schools.com/css/css_text_align.asp</a:t>
            </a:r>
          </a:p>
        </p:txBody>
      </p:sp>
    </p:spTree>
    <p:extLst>
      <p:ext uri="{BB962C8B-B14F-4D97-AF65-F5344CB8AC3E}">
        <p14:creationId xmlns:p14="http://schemas.microsoft.com/office/powerpoint/2010/main" val="3811793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CB02C-5190-E321-8280-93256F096FD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604375" cy="504497"/>
          </a:xfrm>
        </p:spPr>
        <p:txBody>
          <a:bodyPr>
            <a:normAutofit fontScale="90000"/>
          </a:bodyPr>
          <a:lstStyle/>
          <a:p>
            <a:r>
              <a:rPr lang="es-ES"/>
              <a:t>Alineación vertical</a:t>
            </a:r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8E90E3-1C65-35EA-C311-16D158E7A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7410"/>
            <a:ext cx="6559740" cy="63705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593BC1E-4B18-2905-B0F2-5E9DF5F0A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285" y="513420"/>
            <a:ext cx="5218715" cy="634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21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254F63-320C-8ED1-CB8B-636B372C1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Altura y ancho</a:t>
            </a:r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EF6754-F85D-1CC9-61EC-ED749690A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2145479"/>
            <a:ext cx="5991225" cy="35718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58291A0-605B-66B0-9790-53D8976881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104"/>
          <a:stretch>
            <a:fillRect/>
          </a:stretch>
        </p:blipFill>
        <p:spPr>
          <a:xfrm>
            <a:off x="6829256" y="2843871"/>
            <a:ext cx="4577389" cy="178068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2B9616C-FDA7-6E6C-A504-E0A9CE98CFAC}"/>
              </a:ext>
            </a:extLst>
          </p:cNvPr>
          <p:cNvSpPr txBox="1"/>
          <p:nvPr/>
        </p:nvSpPr>
        <p:spPr>
          <a:xfrm>
            <a:off x="6577600" y="5614669"/>
            <a:ext cx="550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https://www.w3schools.com/css/css_height_width.asp</a:t>
            </a:r>
          </a:p>
        </p:txBody>
      </p:sp>
    </p:spTree>
    <p:extLst>
      <p:ext uri="{BB962C8B-B14F-4D97-AF65-F5344CB8AC3E}">
        <p14:creationId xmlns:p14="http://schemas.microsoft.com/office/powerpoint/2010/main" val="1305755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7C0745E-E88B-FAB8-EE7D-386171DD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Medidas absolutas y relativas</a:t>
            </a:r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659864F-241C-B25B-9FA0-30F1D57446B5}"/>
              </a:ext>
            </a:extLst>
          </p:cNvPr>
          <p:cNvSpPr txBox="1"/>
          <p:nvPr/>
        </p:nvSpPr>
        <p:spPr>
          <a:xfrm>
            <a:off x="-1" y="5407150"/>
            <a:ext cx="6551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https://codigocreativo.uscmarketingdigital.com/unidades-medida-css/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89DDB93-E130-C064-4BF7-DD4567BC3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826" y="1960033"/>
            <a:ext cx="6218347" cy="334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998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D144C-C8C4-3258-3F32-67783D22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Box model</a:t>
            </a:r>
            <a:endParaRPr lang="es-CL"/>
          </a:p>
        </p:txBody>
      </p:sp>
      <p:pic>
        <p:nvPicPr>
          <p:cNvPr id="2050" name="Picture 2" descr="CSS Box Model - GeeksforGeeks">
            <a:extLst>
              <a:ext uri="{FF2B5EF4-FFF2-40B4-BE49-F238E27FC236}">
                <a16:creationId xmlns:a16="http://schemas.microsoft.com/office/drawing/2014/main" id="{55AA92E3-C1C3-0285-7502-ED9EB739D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528" y="2446877"/>
            <a:ext cx="4314393" cy="2742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Qué es el modelo de cajas? - CSS en español">
            <a:extLst>
              <a:ext uri="{FF2B5EF4-FFF2-40B4-BE49-F238E27FC236}">
                <a16:creationId xmlns:a16="http://schemas.microsoft.com/office/drawing/2014/main" id="{48F0BCB2-8AE1-1A56-F448-947F1F657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918" y="2029810"/>
            <a:ext cx="6173554" cy="372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438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ox sizing - CSS Resetting Margin and Padding - Stack Overflow">
            <a:extLst>
              <a:ext uri="{FF2B5EF4-FFF2-40B4-BE49-F238E27FC236}">
                <a16:creationId xmlns:a16="http://schemas.microsoft.com/office/drawing/2014/main" id="{2ABE4D86-4FC3-192C-9F4E-A49C7C303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2371" y="271306"/>
            <a:ext cx="10152629" cy="558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860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SS Display Properties Explained For Beginners">
            <a:extLst>
              <a:ext uri="{FF2B5EF4-FFF2-40B4-BE49-F238E27FC236}">
                <a16:creationId xmlns:a16="http://schemas.microsoft.com/office/drawing/2014/main" id="{A4B59AFF-FD24-07B4-AEE3-4AF60654E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843" y="2095171"/>
            <a:ext cx="653415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D952B02-DFDD-E217-2311-F4529C7B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Tipos de despliegue de elementos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7176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A6B31-8135-D0D0-8317-24A68F43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ver más contenidos en:</a:t>
            </a:r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4847EBE-3F46-6E7B-1436-22DB9180946B}"/>
              </a:ext>
            </a:extLst>
          </p:cNvPr>
          <p:cNvSpPr txBox="1"/>
          <p:nvPr/>
        </p:nvSpPr>
        <p:spPr>
          <a:xfrm>
            <a:off x="1010813" y="2528736"/>
            <a:ext cx="6101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/>
              <a:t>https://www.w3schools.com/css/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68BB67-5149-DF77-DAFF-0F2924CE1BFD}"/>
              </a:ext>
            </a:extLst>
          </p:cNvPr>
          <p:cNvSpPr txBox="1"/>
          <p:nvPr/>
        </p:nvSpPr>
        <p:spPr>
          <a:xfrm>
            <a:off x="1007694" y="3429000"/>
            <a:ext cx="79554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/>
              <a:t>https://developer.mozilla.org/es/docs/Web/CSS</a:t>
            </a:r>
          </a:p>
        </p:txBody>
      </p:sp>
    </p:spTree>
    <p:extLst>
      <p:ext uri="{BB962C8B-B14F-4D97-AF65-F5344CB8AC3E}">
        <p14:creationId xmlns:p14="http://schemas.microsoft.com/office/powerpoint/2010/main" val="3814569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FFAAB-91A5-0A95-DFE6-94E4DCF13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Para la próxima sesión.</a:t>
            </a:r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DB3159B-2E98-8647-7E84-B4608CFF2BB4}"/>
              </a:ext>
            </a:extLst>
          </p:cNvPr>
          <p:cNvSpPr txBox="1"/>
          <p:nvPr/>
        </p:nvSpPr>
        <p:spPr>
          <a:xfrm>
            <a:off x="1313304" y="2568582"/>
            <a:ext cx="61043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/>
              <a:t>Curso de BOOTSTRAP 5 (2 horas) alternativa 1</a:t>
            </a:r>
            <a:endParaRPr lang="es-CL"/>
          </a:p>
          <a:p>
            <a:r>
              <a:rPr lang="es-CL">
                <a:hlinkClick r:id="rId2"/>
              </a:rPr>
              <a:t>https://www.youtube.com/watch?v=gWan3LptzgM</a:t>
            </a:r>
            <a:endParaRPr lang="es-CL"/>
          </a:p>
          <a:p>
            <a:endParaRPr lang="es-CL"/>
          </a:p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09A1526-AF92-B034-29CA-210F29D38EBE}"/>
              </a:ext>
            </a:extLst>
          </p:cNvPr>
          <p:cNvSpPr txBox="1"/>
          <p:nvPr/>
        </p:nvSpPr>
        <p:spPr>
          <a:xfrm>
            <a:off x="1313822" y="4160573"/>
            <a:ext cx="6103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/>
              <a:t>Curso de BOOTSTRAP 5 (5 horas) alternativa 2</a:t>
            </a:r>
            <a:endParaRPr lang="es-CL"/>
          </a:p>
          <a:p>
            <a:r>
              <a:rPr lang="es-CL">
                <a:hlinkClick r:id="rId3"/>
              </a:rPr>
              <a:t>https://www.youtube.com/watch?v=QCw0L6FupQ0</a:t>
            </a:r>
            <a:r>
              <a:rPr lang="es-C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6367954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306</TotalTime>
  <Words>362</Words>
  <Application>Microsoft Office PowerPoint</Application>
  <PresentationFormat>Panorámica</PresentationFormat>
  <Paragraphs>33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Gill Sans MT</vt:lpstr>
      <vt:lpstr>Galería</vt:lpstr>
      <vt:lpstr>ESTILOS Y RESPONSIVIDAD</vt:lpstr>
      <vt:lpstr>Objetivos</vt:lpstr>
      <vt:lpstr>Estilos CSS</vt:lpstr>
      <vt:lpstr>Sintaxis CSS</vt:lpstr>
      <vt:lpstr>Selectores css</vt:lpstr>
      <vt:lpstr>Peso de las reglas de css</vt:lpstr>
      <vt:lpstr>Estilos para textos</vt:lpstr>
      <vt:lpstr>color del texto</vt:lpstr>
      <vt:lpstr>Alineación del texto</vt:lpstr>
      <vt:lpstr>Alineación vertical</vt:lpstr>
      <vt:lpstr>Altura y ancho</vt:lpstr>
      <vt:lpstr>Medidas absolutas y relativas</vt:lpstr>
      <vt:lpstr>Box model</vt:lpstr>
      <vt:lpstr>Presentación de PowerPoint</vt:lpstr>
      <vt:lpstr>Tipos de despliegue de elementos</vt:lpstr>
      <vt:lpstr>ver más contenidos en:</vt:lpstr>
      <vt:lpstr>Para la próxima sesión.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Nelson Ramírez</dc:creator>
  <cp:lastModifiedBy>Nelson Ramírez</cp:lastModifiedBy>
  <cp:revision>18</cp:revision>
  <dcterms:created xsi:type="dcterms:W3CDTF">2026-05-29T12:34:37Z</dcterms:created>
  <dcterms:modified xsi:type="dcterms:W3CDTF">2026-06-01T14:25:00Z</dcterms:modified>
</cp:coreProperties>
</file>